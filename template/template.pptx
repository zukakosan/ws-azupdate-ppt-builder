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5447" r:id="rId4"/>
  </p:sldMasterIdLst>
  <p:notesMasterIdLst>
    <p:notesMasterId r:id="rId8"/>
  </p:notesMasterIdLst>
  <p:handoutMasterIdLst>
    <p:handoutMasterId r:id="rId9"/>
  </p:handoutMasterIdLst>
  <p:sldIdLst>
    <p:sldId id="257" r:id="rId5"/>
    <p:sldId id="258" r:id="rId6"/>
    <p:sldId id="259" r:id="rId7"/>
  </p:sldIdLst>
  <p:sldSz cx="12192000" cy="6858000"/>
  <p:notesSz cx="6858000" cy="9144000"/>
  <p:embeddedFontLst>
    <p:embeddedFont>
      <p:font typeface="Segoe Sans Text" pitchFamily="2" charset="0"/>
      <p:regular r:id="rId10"/>
      <p:bold r:id="rId11"/>
      <p:italic r:id="rId12"/>
      <p:boldItalic r:id="rId13"/>
    </p:embeddedFont>
    <p:embeddedFont>
      <p:font typeface="Segoe Sans Text Semibold" pitchFamily="2" charset="0"/>
      <p:regular r:id="rId14"/>
      <p:bold r:id="rId15"/>
      <p:boldItalic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  <p:embeddedFont>
      <p:font typeface="Yu Gothic UI" panose="020B0500000000000000" pitchFamily="34" charset="-128"/>
      <p:regular r:id="rId21"/>
      <p:bold r:id="rId22"/>
    </p:embeddedFont>
  </p:embeddedFont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364C"/>
    <a:srgbClr val="C03BC4"/>
    <a:srgbClr val="E8E6DF"/>
    <a:srgbClr val="F4F3F5"/>
    <a:srgbClr val="0078D4"/>
    <a:srgbClr val="F0F0F0"/>
    <a:srgbClr val="8C8279"/>
    <a:srgbClr val="FFB900"/>
    <a:srgbClr val="091F2C"/>
    <a:srgbClr val="2A4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CBF74-D144-C640-BF81-1B86CF99FB24}" v="92" dt="2023-09-19T21:25:10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6328" autoAdjust="0"/>
  </p:normalViewPr>
  <p:slideViewPr>
    <p:cSldViewPr snapToGrid="0">
      <p:cViewPr varScale="1">
        <p:scale>
          <a:sx n="103" d="100"/>
          <a:sy n="103" d="100"/>
        </p:scale>
        <p:origin x="41" y="456"/>
      </p:cViewPr>
      <p:guideLst/>
    </p:cSldViewPr>
  </p:slideViewPr>
  <p:outlineViewPr>
    <p:cViewPr>
      <p:scale>
        <a:sx n="33" d="100"/>
        <a:sy n="33" d="100"/>
      </p:scale>
      <p:origin x="0" y="-233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066" y="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12.fntdata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A7A3D-F8D3-49CD-971A-AE485987F0DA}" type="datetime8">
              <a:rPr lang="en-US" smtClean="0">
                <a:latin typeface="Segoe UI" pitchFamily="34" charset="0"/>
              </a:rPr>
              <a:t>4/4/2026 12:04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31C1C56-4AA7-46EE-A81E-B453CF54EE00}" type="datetime8">
              <a:rPr lang="en-US" smtClean="0"/>
              <a:t>4/4/2026 12:04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36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518" y="240086"/>
            <a:ext cx="11018520" cy="553998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518" y="939983"/>
            <a:ext cx="11018838" cy="1612749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4pPr>
            <a:lvl5pP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77CAB8-A073-AB6D-C504-22E1D1E3D82B}"/>
              </a:ext>
            </a:extLst>
          </p:cNvPr>
          <p:cNvCxnSpPr/>
          <p:nvPr userDrawn="1"/>
        </p:nvCxnSpPr>
        <p:spPr>
          <a:xfrm>
            <a:off x="584518" y="862796"/>
            <a:ext cx="11018520" cy="0"/>
          </a:xfrm>
          <a:prstGeom prst="line">
            <a:avLst/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D318CE-72EC-83B7-6937-85209655913B}"/>
              </a:ext>
            </a:extLst>
          </p:cNvPr>
          <p:cNvSpPr txBox="1"/>
          <p:nvPr userDrawn="1"/>
        </p:nvSpPr>
        <p:spPr>
          <a:xfrm>
            <a:off x="11603038" y="6464025"/>
            <a:ext cx="44282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EC0794C1-EF0D-4FC1-8DED-114D42516E02}" type="slidenum">
              <a:rPr lang="en-US" sz="2000" smtClean="0"/>
              <a:pPr algn="r"/>
              <a:t>‹#›</a:t>
            </a:fld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1"/>
            <a:ext cx="3182027" cy="553998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13" r:id="rId1"/>
    <p:sldLayoutId id="2147485452" r:id="rId2"/>
    <p:sldLayoutId id="2147485482" r:id="rId3"/>
    <p:sldLayoutId id="2147485491" r:id="rId4"/>
    <p:sldLayoutId id="2147485495" r:id="rId5"/>
  </p:sldLayoutIdLst>
  <p:transition>
    <p:fade/>
  </p:transition>
  <p:hf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kumimoji="1" lang="en-US" sz="3600" b="0" kern="1200" cap="none" spc="-50" baseline="0" dirty="0" smtClean="0">
          <a:ln w="3175">
            <a:noFill/>
          </a:ln>
          <a:solidFill>
            <a:schemeClr val="tx2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 userDrawn="1">
          <p15:clr>
            <a:srgbClr val="C35EA4"/>
          </p15:clr>
        </p15:guide>
        <p15:guide id="17" pos="7320" userDrawn="1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 userDrawn="1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 userDrawn="1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327D8B-8B2D-38B0-9329-89971714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1C9482-B62E-6ABA-3392-9FD0820B18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969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A91B95-A7B7-5852-DB25-1B5777BC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てすと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81B2A4-89C0-D1C3-9542-15B004E34A7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518" y="939983"/>
            <a:ext cx="11018838" cy="430887"/>
          </a:xfrm>
        </p:spPr>
        <p:txBody>
          <a:bodyPr/>
          <a:lstStyle/>
          <a:p>
            <a:pPr marL="0" indent="0"/>
            <a:r>
              <a:rPr kumimoji="1" lang="ja-JP" altLang="en-US" dirty="0"/>
              <a:t>てすと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269B8-6EEA-DFD6-D7BA-62140F91448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84077" y="19224"/>
            <a:ext cx="707923" cy="497861"/>
          </a:xfrm>
          <a:prstGeom prst="rect">
            <a:avLst/>
          </a:prstGeom>
        </p:spPr>
        <p:txBody>
          <a:bodyPr/>
          <a:lstStyle/>
          <a:p>
            <a:pPr algn="r"/>
            <a:fld id="{0BA76F1B-0376-40F1-B75C-FE2917A50AF1}" type="slidenum">
              <a:rPr kumimoji="1" lang="en-US" altLang="ja-JP" smtClean="0"/>
              <a:pPr algn="r"/>
              <a:t>2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72853363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61949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zure 2023 Template">
  <a:themeElements>
    <a:clrScheme name="Custom 4">
      <a:dk1>
        <a:srgbClr val="000000"/>
      </a:dk1>
      <a:lt1>
        <a:srgbClr val="FFFFFF"/>
      </a:lt1>
      <a:dk2>
        <a:srgbClr val="0078D4"/>
      </a:dk2>
      <a:lt2>
        <a:srgbClr val="E8E6DF"/>
      </a:lt2>
      <a:accent1>
        <a:srgbClr val="0078D4"/>
      </a:accent1>
      <a:accent2>
        <a:srgbClr val="2A446F"/>
      </a:accent2>
      <a:accent3>
        <a:srgbClr val="49C5B1"/>
      </a:accent3>
      <a:accent4>
        <a:srgbClr val="8DE971"/>
      </a:accent4>
      <a:accent5>
        <a:srgbClr val="F4364F"/>
      </a:accent5>
      <a:accent6>
        <a:srgbClr val="C03BC4"/>
      </a:accent6>
      <a:hlink>
        <a:srgbClr val="091F2C"/>
      </a:hlink>
      <a:folHlink>
        <a:srgbClr val="091F2C"/>
      </a:folHlink>
    </a:clrScheme>
    <a:fontScheme name="Custom 4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F1829AB2-CBD7-4CD6-8E4A-37E5E8041FA7}" vid="{C0926CC9-4F6D-442D-AA3F-CD7414C83F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255e9135-acb6-413d-8014-3858207eab07" xsi:nil="true"/>
    <lcf76f155ced4ddcb4097134ff3c332f xmlns="255e9135-acb6-413d-8014-3858207eab07">
      <Terms xmlns="http://schemas.microsoft.com/office/infopath/2007/PartnerControls"/>
    </lcf76f155ced4ddcb4097134ff3c332f>
    <SharedWithUsers xmlns="a4494d7a-ad2c-4b11-8dea-280127f8418e">
      <UserInfo>
        <DisplayName>Brand Central Administrators</DisplayName>
        <AccountId>2570</AccountId>
        <AccountType/>
      </UserInfo>
      <UserInfo>
        <DisplayName>Teresa Conte</DisplayName>
        <AccountId>563</AccountId>
        <AccountType/>
      </UserInfo>
      <UserInfo>
        <DisplayName>Nannette Sperling (Synaxis Corporation)</DisplayName>
        <AccountId>565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C2B9021A22FC4C82FF99EC65766ED0" ma:contentTypeVersion="20" ma:contentTypeDescription="Create a new document." ma:contentTypeScope="" ma:versionID="9da7f44f7bc0c47e637d8ceae23e1e93">
  <xsd:schema xmlns:xsd="http://www.w3.org/2001/XMLSchema" xmlns:xs="http://www.w3.org/2001/XMLSchema" xmlns:p="http://schemas.microsoft.com/office/2006/metadata/properties" xmlns:ns1="http://schemas.microsoft.com/sharepoint/v3" xmlns:ns2="255e9135-acb6-413d-8014-3858207eab07" xmlns:ns3="a4494d7a-ad2c-4b11-8dea-280127f8418e" xmlns:ns4="230e9df3-be65-4c73-a93b-d1236ebd677e" targetNamespace="http://schemas.microsoft.com/office/2006/metadata/properties" ma:root="true" ma:fieldsID="31291647c0747e3ff3c6be7e5ea34989" ns1:_="" ns2:_="" ns3:_="" ns4:_="">
    <xsd:import namespace="http://schemas.microsoft.com/sharepoint/v3"/>
    <xsd:import namespace="255e9135-acb6-413d-8014-3858207eab07"/>
    <xsd:import namespace="a4494d7a-ad2c-4b11-8dea-280127f8418e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e9135-acb6-413d-8014-3858207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5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494d7a-ad2c-4b11-8dea-280127f8418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ed99a2d-f583-4356-ba8a-4aee971188b3}" ma:internalName="TaxCatchAll" ma:showField="CatchAllData" ma:web="a4494d7a-ad2c-4b11-8dea-280127f841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ebe725d4-5a61-4827-9af4-da8e7f768b99"/>
    <ds:schemaRef ds:uri="http://schemas.microsoft.com/sharepoint/v3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230e9df3-be65-4c73-a93b-d1236ebd677e"/>
    <ds:schemaRef ds:uri="a647c833-fbf3-42d0-9d1a-fdc4c4d8b08f"/>
    <ds:schemaRef ds:uri="http://purl.org/dc/dcmitype/"/>
    <ds:schemaRef ds:uri="255e9135-acb6-413d-8014-3858207eab07"/>
    <ds:schemaRef ds:uri="a4494d7a-ad2c-4b11-8dea-280127f8418e"/>
  </ds:schemaRefs>
</ds:datastoreItem>
</file>

<file path=customXml/itemProps2.xml><?xml version="1.0" encoding="utf-8"?>
<ds:datastoreItem xmlns:ds="http://schemas.openxmlformats.org/officeDocument/2006/customXml" ds:itemID="{6DF23C8F-38A0-41C4-941E-F221D54D7B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55e9135-acb6-413d-8014-3858207eab07"/>
    <ds:schemaRef ds:uri="a4494d7a-ad2c-4b11-8dea-280127f8418e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ppt-temp-zukako-202511</Template>
  <TotalTime>10</TotalTime>
  <Words>7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Yu Gothic UI</vt:lpstr>
      <vt:lpstr>Segoe UI</vt:lpstr>
      <vt:lpstr>Segoe Sans Text Semibold</vt:lpstr>
      <vt:lpstr>Wingdings</vt:lpstr>
      <vt:lpstr>Segoe Sans Text</vt:lpstr>
      <vt:lpstr>Azure 2023 Template</vt:lpstr>
      <vt:lpstr>PowerPoint Presentation</vt:lpstr>
      <vt:lpstr>てすと</vt:lpstr>
      <vt:lpstr>PowerPoint Presentation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&lt;Event name&gt;</dc:subject>
  <dc:creator>Koki Ishizuka</dc:creator>
  <cp:keywords/>
  <dc:description/>
  <cp:lastModifiedBy>Koki Ishizuka</cp:lastModifiedBy>
  <cp:revision>5</cp:revision>
  <cp:lastPrinted>2023-02-15T20:48:24Z</cp:lastPrinted>
  <dcterms:created xsi:type="dcterms:W3CDTF">2026-04-03T03:45:54Z</dcterms:created>
  <dcterms:modified xsi:type="dcterms:W3CDTF">2026-04-04T03:05:59Z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0x010100D5C2B9021A22FC4C82FF99EC65766ED0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diaServiceImageTags">
    <vt:lpwstr/>
  </property>
</Properties>
</file>